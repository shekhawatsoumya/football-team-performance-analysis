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79" r:id="rId23"/>
    <p:sldId id="281" r:id="rId24"/>
    <p:sldId id="282" r:id="rId25"/>
    <p:sldId id="283" r:id="rId26"/>
    <p:sldId id="284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3029D9-0979-443C-998F-E60A567BFBFD}" v="2" dt="2026-03-19T12:04:23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khawatsoumya2@gmail.com" userId="870cf11c5f67087a" providerId="LiveId" clId="{339D5A61-6469-4D78-BDA0-4175D12DC9FE}"/>
    <pc:docChg chg="undo custSel delSld modSld">
      <pc:chgData name="shekhawatsoumya2@gmail.com" userId="870cf11c5f67087a" providerId="LiveId" clId="{339D5A61-6469-4D78-BDA0-4175D12DC9FE}" dt="2026-03-19T12:08:17.559" v="133" actId="478"/>
      <pc:docMkLst>
        <pc:docMk/>
      </pc:docMkLst>
      <pc:sldChg chg="delSp modSp mod">
        <pc:chgData name="shekhawatsoumya2@gmail.com" userId="870cf11c5f67087a" providerId="LiveId" clId="{339D5A61-6469-4D78-BDA0-4175D12DC9FE}" dt="2026-03-19T11:58:10.275" v="26" actId="478"/>
        <pc:sldMkLst>
          <pc:docMk/>
          <pc:sldMk cId="0" sldId="256"/>
        </pc:sldMkLst>
        <pc:spChg chg="mod">
          <ac:chgData name="shekhawatsoumya2@gmail.com" userId="870cf11c5f67087a" providerId="LiveId" clId="{339D5A61-6469-4D78-BDA0-4175D12DC9FE}" dt="2026-03-19T11:58:05.933" v="25" actId="20577"/>
          <ac:spMkLst>
            <pc:docMk/>
            <pc:sldMk cId="0" sldId="256"/>
            <ac:spMk id="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7:09.454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7:16.048" v="1" actId="478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shekhawatsoumya2@gmail.com" userId="870cf11c5f67087a" providerId="LiveId" clId="{339D5A61-6469-4D78-BDA0-4175D12DC9FE}" dt="2026-03-19T11:58:10.275" v="26" actId="478"/>
          <ac:spMkLst>
            <pc:docMk/>
            <pc:sldMk cId="0" sldId="256"/>
            <ac:spMk id="10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1:58:15.867" v="27" actId="478"/>
        <pc:sldMkLst>
          <pc:docMk/>
          <pc:sldMk cId="0" sldId="257"/>
        </pc:sldMkLst>
        <pc:spChg chg="mod">
          <ac:chgData name="shekhawatsoumya2@gmail.com" userId="870cf11c5f67087a" providerId="LiveId" clId="{339D5A61-6469-4D78-BDA0-4175D12DC9FE}" dt="2026-03-19T11:57:26.489" v="10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7:35.472" v="21" actId="20577"/>
          <ac:spMkLst>
            <pc:docMk/>
            <pc:sldMk cId="0" sldId="257"/>
            <ac:spMk id="29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8:15.867" v="27" actId="478"/>
          <ac:spMkLst>
            <pc:docMk/>
            <pc:sldMk cId="0" sldId="257"/>
            <ac:spMk id="4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1:58:20.713" v="28" actId="478"/>
        <pc:sldMkLst>
          <pc:docMk/>
          <pc:sldMk cId="0" sldId="258"/>
        </pc:sldMkLst>
        <pc:spChg chg="del">
          <ac:chgData name="shekhawatsoumya2@gmail.com" userId="870cf11c5f67087a" providerId="LiveId" clId="{339D5A61-6469-4D78-BDA0-4175D12DC9FE}" dt="2026-03-19T11:58:20.713" v="28" actId="478"/>
          <ac:spMkLst>
            <pc:docMk/>
            <pc:sldMk cId="0" sldId="258"/>
            <ac:spMk id="18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1:58:25.648" v="29" actId="478"/>
        <pc:sldMkLst>
          <pc:docMk/>
          <pc:sldMk cId="0" sldId="259"/>
        </pc:sldMkLst>
        <pc:spChg chg="del">
          <ac:chgData name="shekhawatsoumya2@gmail.com" userId="870cf11c5f67087a" providerId="LiveId" clId="{339D5A61-6469-4D78-BDA0-4175D12DC9FE}" dt="2026-03-19T11:58:25.648" v="29" actId="478"/>
          <ac:spMkLst>
            <pc:docMk/>
            <pc:sldMk cId="0" sldId="259"/>
            <ac:spMk id="21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1:58:31.724" v="30" actId="478"/>
        <pc:sldMkLst>
          <pc:docMk/>
          <pc:sldMk cId="0" sldId="260"/>
        </pc:sldMkLst>
        <pc:spChg chg="mod">
          <ac:chgData name="shekhawatsoumya2@gmail.com" userId="870cf11c5f67087a" providerId="LiveId" clId="{339D5A61-6469-4D78-BDA0-4175D12DC9FE}" dt="2026-03-19T11:57:52.957" v="23" actId="14100"/>
          <ac:spMkLst>
            <pc:docMk/>
            <pc:sldMk cId="0" sldId="260"/>
            <ac:spMk id="6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1:58:31.724" v="30" actId="478"/>
          <ac:spMkLst>
            <pc:docMk/>
            <pc:sldMk cId="0" sldId="260"/>
            <ac:spMk id="20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1:58:37.532" v="31" actId="478"/>
        <pc:sldMkLst>
          <pc:docMk/>
          <pc:sldMk cId="0" sldId="261"/>
        </pc:sldMkLst>
        <pc:spChg chg="del">
          <ac:chgData name="shekhawatsoumya2@gmail.com" userId="870cf11c5f67087a" providerId="LiveId" clId="{339D5A61-6469-4D78-BDA0-4175D12DC9FE}" dt="2026-03-19T11:58:37.532" v="31" actId="478"/>
          <ac:spMkLst>
            <pc:docMk/>
            <pc:sldMk cId="0" sldId="261"/>
            <ac:spMk id="18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1:59:41.444" v="45" actId="1076"/>
        <pc:sldMkLst>
          <pc:docMk/>
          <pc:sldMk cId="0" sldId="262"/>
        </pc:sldMkLst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13.407" v="36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1:59:41.444" v="45" actId="1076"/>
          <ac:spMkLst>
            <pc:docMk/>
            <pc:sldMk cId="0" sldId="262"/>
            <ac:spMk id="21" creationId="{00000000-0000-0000-0000-000000000000}"/>
          </ac:spMkLst>
        </pc:spChg>
        <pc:spChg chg="del mod">
          <ac:chgData name="shekhawatsoumya2@gmail.com" userId="870cf11c5f67087a" providerId="LiveId" clId="{339D5A61-6469-4D78-BDA0-4175D12DC9FE}" dt="2026-03-19T11:59:19.330" v="38" actId="478"/>
          <ac:spMkLst>
            <pc:docMk/>
            <pc:sldMk cId="0" sldId="262"/>
            <ac:spMk id="67" creationId="{00000000-0000-0000-0000-000000000000}"/>
          </ac:spMkLst>
        </pc:spChg>
      </pc:sldChg>
      <pc:sldChg chg="addSp delSp modSp mod">
        <pc:chgData name="shekhawatsoumya2@gmail.com" userId="870cf11c5f67087a" providerId="LiveId" clId="{339D5A61-6469-4D78-BDA0-4175D12DC9FE}" dt="2026-03-19T12:00:33.405" v="53" actId="478"/>
        <pc:sldMkLst>
          <pc:docMk/>
          <pc:sldMk cId="0" sldId="263"/>
        </pc:sldMkLst>
        <pc:spChg chg="mod">
          <ac:chgData name="shekhawatsoumya2@gmail.com" userId="870cf11c5f67087a" providerId="LiveId" clId="{339D5A61-6469-4D78-BDA0-4175D12DC9FE}" dt="2026-03-19T12:00:11.331" v="49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0:19.185" v="51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0:27.567" v="52" actId="1076"/>
          <ac:spMkLst>
            <pc:docMk/>
            <pc:sldMk cId="0" sldId="263"/>
            <ac:spMk id="5" creationId="{00000000-0000-0000-0000-000000000000}"/>
          </ac:spMkLst>
        </pc:spChg>
        <pc:spChg chg="add del">
          <ac:chgData name="shekhawatsoumya2@gmail.com" userId="870cf11c5f67087a" providerId="LiveId" clId="{339D5A61-6469-4D78-BDA0-4175D12DC9FE}" dt="2026-03-19T12:00:33.405" v="53" actId="478"/>
          <ac:spMkLst>
            <pc:docMk/>
            <pc:sldMk cId="0" sldId="263"/>
            <ac:spMk id="58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00:47.721" v="56" actId="1076"/>
        <pc:sldMkLst>
          <pc:docMk/>
          <pc:sldMk cId="0" sldId="264"/>
        </pc:sldMkLst>
        <pc:spChg chg="mod">
          <ac:chgData name="shekhawatsoumya2@gmail.com" userId="870cf11c5f67087a" providerId="LiveId" clId="{339D5A61-6469-4D78-BDA0-4175D12DC9FE}" dt="2026-03-19T12:00:44.478" v="55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0:47.721" v="56" actId="1076"/>
          <ac:spMkLst>
            <pc:docMk/>
            <pc:sldMk cId="0" sldId="264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0:38.434" v="54" actId="478"/>
          <ac:spMkLst>
            <pc:docMk/>
            <pc:sldMk cId="0" sldId="264"/>
            <ac:spMk id="47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00:56.433" v="57" actId="478"/>
        <pc:sldMkLst>
          <pc:docMk/>
          <pc:sldMk cId="0" sldId="265"/>
        </pc:sldMkLst>
        <pc:spChg chg="del">
          <ac:chgData name="shekhawatsoumya2@gmail.com" userId="870cf11c5f67087a" providerId="LiveId" clId="{339D5A61-6469-4D78-BDA0-4175D12DC9FE}" dt="2026-03-19T12:00:56.433" v="57" actId="478"/>
          <ac:spMkLst>
            <pc:docMk/>
            <pc:sldMk cId="0" sldId="265"/>
            <ac:spMk id="2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01:11.309" v="59" actId="478"/>
        <pc:sldMkLst>
          <pc:docMk/>
          <pc:sldMk cId="0" sldId="266"/>
        </pc:sldMkLst>
        <pc:spChg chg="del">
          <ac:chgData name="shekhawatsoumya2@gmail.com" userId="870cf11c5f67087a" providerId="LiveId" clId="{339D5A61-6469-4D78-BDA0-4175D12DC9FE}" dt="2026-03-19T12:01:11.309" v="59" actId="478"/>
          <ac:spMkLst>
            <pc:docMk/>
            <pc:sldMk cId="0" sldId="266"/>
            <ac:spMk id="21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11.309" v="59" actId="478"/>
          <ac:spMkLst>
            <pc:docMk/>
            <pc:sldMk cId="0" sldId="266"/>
            <ac:spMk id="2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11.309" v="59" actId="478"/>
          <ac:spMkLst>
            <pc:docMk/>
            <pc:sldMk cId="0" sldId="266"/>
            <ac:spMk id="2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11.309" v="59" actId="478"/>
          <ac:spMkLst>
            <pc:docMk/>
            <pc:sldMk cId="0" sldId="266"/>
            <ac:spMk id="2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11.309" v="59" actId="478"/>
          <ac:spMkLst>
            <pc:docMk/>
            <pc:sldMk cId="0" sldId="266"/>
            <ac:spMk id="2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02.449" v="58" actId="478"/>
          <ac:spMkLst>
            <pc:docMk/>
            <pc:sldMk cId="0" sldId="266"/>
            <ac:spMk id="26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02:10.001" v="68" actId="1076"/>
        <pc:sldMkLst>
          <pc:docMk/>
          <pc:sldMk cId="0" sldId="268"/>
        </pc:sldMkLst>
        <pc:spChg chg="mod">
          <ac:chgData name="shekhawatsoumya2@gmail.com" userId="870cf11c5f67087a" providerId="LiveId" clId="{339D5A61-6469-4D78-BDA0-4175D12DC9FE}" dt="2026-03-19T12:02:10.001" v="68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2:10.001" v="68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2:10.001" v="68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2:10.001" v="68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1:57.956" v="67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1:57.956" v="67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1:57.956" v="67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1:57.956" v="67" actId="1076"/>
          <ac:spMkLst>
            <pc:docMk/>
            <pc:sldMk cId="0" sldId="268"/>
            <ac:spMk id="1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30.474" v="60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30.474" v="60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30.474" v="60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30.474" v="60" actId="478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2:10.001" v="68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2:10.001" v="68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2:10.001" v="68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2:10.001" v="68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1:57.956" v="67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1:57.956" v="67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1:57.956" v="67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1:57.956" v="67" actId="1076"/>
          <ac:spMkLst>
            <pc:docMk/>
            <pc:sldMk cId="0" sldId="268"/>
            <ac:spMk id="25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30.474" v="60" actId="478"/>
          <ac:spMkLst>
            <pc:docMk/>
            <pc:sldMk cId="0" sldId="268"/>
            <ac:spMk id="26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30.474" v="60" actId="478"/>
          <ac:spMkLst>
            <pc:docMk/>
            <pc:sldMk cId="0" sldId="268"/>
            <ac:spMk id="27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30.474" v="60" actId="478"/>
          <ac:spMkLst>
            <pc:docMk/>
            <pc:sldMk cId="0" sldId="268"/>
            <ac:spMk id="28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30.474" v="60" actId="478"/>
          <ac:spMkLst>
            <pc:docMk/>
            <pc:sldMk cId="0" sldId="268"/>
            <ac:spMk id="29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1:41.792" v="66" actId="478"/>
          <ac:spMkLst>
            <pc:docMk/>
            <pc:sldMk cId="0" sldId="268"/>
            <ac:spMk id="30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02:22.455" v="75" actId="20577"/>
        <pc:sldMkLst>
          <pc:docMk/>
          <pc:sldMk cId="0" sldId="269"/>
        </pc:sldMkLst>
        <pc:spChg chg="mod">
          <ac:chgData name="shekhawatsoumya2@gmail.com" userId="870cf11c5f67087a" providerId="LiveId" clId="{339D5A61-6469-4D78-BDA0-4175D12DC9FE}" dt="2026-03-19T12:02:22.455" v="75" actId="20577"/>
          <ac:spMkLst>
            <pc:docMk/>
            <pc:sldMk cId="0" sldId="269"/>
            <ac:spMk id="4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2:17.051" v="69" actId="478"/>
          <ac:spMkLst>
            <pc:docMk/>
            <pc:sldMk cId="0" sldId="269"/>
            <ac:spMk id="37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02:36.948" v="76" actId="478"/>
        <pc:sldMkLst>
          <pc:docMk/>
          <pc:sldMk cId="0" sldId="270"/>
        </pc:sldMkLst>
        <pc:spChg chg="del">
          <ac:chgData name="shekhawatsoumya2@gmail.com" userId="870cf11c5f67087a" providerId="LiveId" clId="{339D5A61-6469-4D78-BDA0-4175D12DC9FE}" dt="2026-03-19T12:02:36.948" v="76" actId="478"/>
          <ac:spMkLst>
            <pc:docMk/>
            <pc:sldMk cId="0" sldId="270"/>
            <ac:spMk id="36" creationId="{00000000-0000-0000-0000-000000000000}"/>
          </ac:spMkLst>
        </pc:spChg>
      </pc:sldChg>
      <pc:sldChg chg="delSp modSp mod">
        <pc:chgData name="shekhawatsoumya2@gmail.com" userId="870cf11c5f67087a" providerId="LiveId" clId="{339D5A61-6469-4D78-BDA0-4175D12DC9FE}" dt="2026-03-19T12:03:12.849" v="82" actId="478"/>
        <pc:sldMkLst>
          <pc:docMk/>
          <pc:sldMk cId="0" sldId="271"/>
        </pc:sldMkLst>
        <pc:spChg chg="mod">
          <ac:chgData name="shekhawatsoumya2@gmail.com" userId="870cf11c5f67087a" providerId="LiveId" clId="{339D5A61-6469-4D78-BDA0-4175D12DC9FE}" dt="2026-03-19T12:03:09.350" v="81" actId="14100"/>
          <ac:spMkLst>
            <pc:docMk/>
            <pc:sldMk cId="0" sldId="271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3:03.416" v="80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3:03.416" v="80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3:03.416" v="80" actId="1076"/>
          <ac:spMkLst>
            <pc:docMk/>
            <pc:sldMk cId="0" sldId="271"/>
            <ac:spMk id="1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3:12.849" v="82" actId="478"/>
          <ac:spMkLst>
            <pc:docMk/>
            <pc:sldMk cId="0" sldId="271"/>
            <ac:spMk id="11" creationId="{00000000-0000-0000-0000-000000000000}"/>
          </ac:spMkLst>
        </pc:spChg>
        <pc:graphicFrameChg chg="mod">
          <ac:chgData name="shekhawatsoumya2@gmail.com" userId="870cf11c5f67087a" providerId="LiveId" clId="{339D5A61-6469-4D78-BDA0-4175D12DC9FE}" dt="2026-03-19T12:02:43.356" v="77" actId="14100"/>
          <ac:graphicFrameMkLst>
            <pc:docMk/>
            <pc:sldMk cId="0" sldId="271"/>
            <ac:graphicFrameMk id="6" creationId="{00000000-0000-0000-0000-000000000000}"/>
          </ac:graphicFrameMkLst>
        </pc:graphicFrameChg>
      </pc:sldChg>
      <pc:sldChg chg="delSp modSp mod">
        <pc:chgData name="shekhawatsoumya2@gmail.com" userId="870cf11c5f67087a" providerId="LiveId" clId="{339D5A61-6469-4D78-BDA0-4175D12DC9FE}" dt="2026-03-19T12:03:48.769" v="88" actId="478"/>
        <pc:sldMkLst>
          <pc:docMk/>
          <pc:sldMk cId="0" sldId="272"/>
        </pc:sldMkLst>
        <pc:spChg chg="mod">
          <ac:chgData name="shekhawatsoumya2@gmail.com" userId="870cf11c5f67087a" providerId="LiveId" clId="{339D5A61-6469-4D78-BDA0-4175D12DC9FE}" dt="2026-03-19T12:03:46.479" v="87" actId="14100"/>
          <ac:spMkLst>
            <pc:docMk/>
            <pc:sldMk cId="0" sldId="272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3:38.539" v="86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3:38.539" v="86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3:38.539" v="86" actId="1076"/>
          <ac:spMkLst>
            <pc:docMk/>
            <pc:sldMk cId="0" sldId="272"/>
            <ac:spMk id="1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3:48.769" v="88" actId="478"/>
          <ac:spMkLst>
            <pc:docMk/>
            <pc:sldMk cId="0" sldId="272"/>
            <ac:spMk id="11" creationId="{00000000-0000-0000-0000-000000000000}"/>
          </ac:spMkLst>
        </pc:spChg>
        <pc:graphicFrameChg chg="mod">
          <ac:chgData name="shekhawatsoumya2@gmail.com" userId="870cf11c5f67087a" providerId="LiveId" clId="{339D5A61-6469-4D78-BDA0-4175D12DC9FE}" dt="2026-03-19T12:03:27.574" v="85" actId="1076"/>
          <ac:graphicFrameMkLst>
            <pc:docMk/>
            <pc:sldMk cId="0" sldId="272"/>
            <ac:graphicFrameMk id="6" creationId="{00000000-0000-0000-0000-000000000000}"/>
          </ac:graphicFrameMkLst>
        </pc:graphicFrameChg>
      </pc:sldChg>
      <pc:sldChg chg="addSp delSp modSp mod">
        <pc:chgData name="shekhawatsoumya2@gmail.com" userId="870cf11c5f67087a" providerId="LiveId" clId="{339D5A61-6469-4D78-BDA0-4175D12DC9FE}" dt="2026-03-19T12:04:31.745" v="98" actId="478"/>
        <pc:sldMkLst>
          <pc:docMk/>
          <pc:sldMk cId="0" sldId="273"/>
        </pc:sldMkLst>
        <pc:spChg chg="mod">
          <ac:chgData name="shekhawatsoumya2@gmail.com" userId="870cf11c5f67087a" providerId="LiveId" clId="{339D5A61-6469-4D78-BDA0-4175D12DC9FE}" dt="2026-03-19T12:04:28.140" v="97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28.140" v="97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28.140" v="97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18.801" v="94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18.801" v="94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18.801" v="94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07.786" v="93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07.786" v="93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07.786" v="93" actId="10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03.452" v="92" actId="107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03.452" v="92" actId="1076"/>
          <ac:spMkLst>
            <pc:docMk/>
            <pc:sldMk cId="0" sldId="273"/>
            <ac:spMk id="17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4:31.745" v="98" actId="478"/>
          <ac:spMkLst>
            <pc:docMk/>
            <pc:sldMk cId="0" sldId="273"/>
            <ac:spMk id="18" creationId="{00000000-0000-0000-0000-000000000000}"/>
          </ac:spMkLst>
        </pc:spChg>
        <pc:spChg chg="add mod">
          <ac:chgData name="shekhawatsoumya2@gmail.com" userId="870cf11c5f67087a" providerId="LiveId" clId="{339D5A61-6469-4D78-BDA0-4175D12DC9FE}" dt="2026-03-19T12:04:23.008" v="96" actId="571"/>
          <ac:spMkLst>
            <pc:docMk/>
            <pc:sldMk cId="0" sldId="273"/>
            <ac:spMk id="19" creationId="{3B4B7969-B113-2D15-1E41-06CABB43D4D8}"/>
          </ac:spMkLst>
        </pc:spChg>
        <pc:spChg chg="add mod">
          <ac:chgData name="shekhawatsoumya2@gmail.com" userId="870cf11c5f67087a" providerId="LiveId" clId="{339D5A61-6469-4D78-BDA0-4175D12DC9FE}" dt="2026-03-19T12:04:23.008" v="96" actId="571"/>
          <ac:spMkLst>
            <pc:docMk/>
            <pc:sldMk cId="0" sldId="273"/>
            <ac:spMk id="20" creationId="{E43FA7F8-B269-29D9-E2B4-FDDC103A7276}"/>
          </ac:spMkLst>
        </pc:spChg>
        <pc:graphicFrameChg chg="mod">
          <ac:chgData name="shekhawatsoumya2@gmail.com" userId="870cf11c5f67087a" providerId="LiveId" clId="{339D5A61-6469-4D78-BDA0-4175D12DC9FE}" dt="2026-03-19T12:03:54.145" v="89" actId="14100"/>
          <ac:graphicFrameMkLst>
            <pc:docMk/>
            <pc:sldMk cId="0" sldId="273"/>
            <ac:graphicFrameMk id="6" creationId="{00000000-0000-0000-0000-000000000000}"/>
          </ac:graphicFrameMkLst>
        </pc:graphicFrameChg>
      </pc:sldChg>
      <pc:sldChg chg="delSp modSp mod">
        <pc:chgData name="shekhawatsoumya2@gmail.com" userId="870cf11c5f67087a" providerId="LiveId" clId="{339D5A61-6469-4D78-BDA0-4175D12DC9FE}" dt="2026-03-19T12:05:18.020" v="104" actId="14100"/>
        <pc:sldMkLst>
          <pc:docMk/>
          <pc:sldMk cId="0" sldId="274"/>
        </pc:sldMkLst>
        <pc:spChg chg="mod">
          <ac:chgData name="shekhawatsoumya2@gmail.com" userId="870cf11c5f67087a" providerId="LiveId" clId="{339D5A61-6469-4D78-BDA0-4175D12DC9FE}" dt="2026-03-19T12:05:18.020" v="104" actId="14100"/>
          <ac:spMkLst>
            <pc:docMk/>
            <pc:sldMk cId="0" sldId="274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49.046" v="100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4:49.046" v="100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5:08.485" v="103" actId="14100"/>
          <ac:spMkLst>
            <pc:docMk/>
            <pc:sldMk cId="0" sldId="274"/>
            <ac:spMk id="1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4:58.908" v="102" actId="478"/>
          <ac:spMkLst>
            <pc:docMk/>
            <pc:sldMk cId="0" sldId="274"/>
            <ac:spMk id="11" creationId="{00000000-0000-0000-0000-000000000000}"/>
          </ac:spMkLst>
        </pc:spChg>
        <pc:graphicFrameChg chg="mod">
          <ac:chgData name="shekhawatsoumya2@gmail.com" userId="870cf11c5f67087a" providerId="LiveId" clId="{339D5A61-6469-4D78-BDA0-4175D12DC9FE}" dt="2026-03-19T12:04:37.696" v="99" actId="14100"/>
          <ac:graphicFrameMkLst>
            <pc:docMk/>
            <pc:sldMk cId="0" sldId="274"/>
            <ac:graphicFrameMk id="6" creationId="{00000000-0000-0000-0000-000000000000}"/>
          </ac:graphicFrameMkLst>
        </pc:graphicFrameChg>
      </pc:sldChg>
      <pc:sldChg chg="del">
        <pc:chgData name="shekhawatsoumya2@gmail.com" userId="870cf11c5f67087a" providerId="LiveId" clId="{339D5A61-6469-4D78-BDA0-4175D12DC9FE}" dt="2026-03-19T12:05:23.151" v="105" actId="2696"/>
        <pc:sldMkLst>
          <pc:docMk/>
          <pc:sldMk cId="0" sldId="275"/>
        </pc:sldMkLst>
      </pc:sldChg>
      <pc:sldChg chg="delSp modSp mod">
        <pc:chgData name="shekhawatsoumya2@gmail.com" userId="870cf11c5f67087a" providerId="LiveId" clId="{339D5A61-6469-4D78-BDA0-4175D12DC9FE}" dt="2026-03-19T12:05:53.243" v="110" actId="478"/>
        <pc:sldMkLst>
          <pc:docMk/>
          <pc:sldMk cId="0" sldId="276"/>
        </pc:sldMkLst>
        <pc:spChg chg="mod">
          <ac:chgData name="shekhawatsoumya2@gmail.com" userId="870cf11c5f67087a" providerId="LiveId" clId="{339D5A61-6469-4D78-BDA0-4175D12DC9FE}" dt="2026-03-19T12:05:50.863" v="109" actId="14100"/>
          <ac:spMkLst>
            <pc:docMk/>
            <pc:sldMk cId="0" sldId="276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5:41.217" v="107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5:41.217" v="107" actId="1076"/>
          <ac:spMkLst>
            <pc:docMk/>
            <pc:sldMk cId="0" sldId="276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5:41.217" v="107" actId="1076"/>
          <ac:spMkLst>
            <pc:docMk/>
            <pc:sldMk cId="0" sldId="276"/>
            <ac:spMk id="1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5:53.243" v="110" actId="478"/>
          <ac:spMkLst>
            <pc:docMk/>
            <pc:sldMk cId="0" sldId="276"/>
            <ac:spMk id="11" creationId="{00000000-0000-0000-0000-000000000000}"/>
          </ac:spMkLst>
        </pc:spChg>
        <pc:graphicFrameChg chg="mod">
          <ac:chgData name="shekhawatsoumya2@gmail.com" userId="870cf11c5f67087a" providerId="LiveId" clId="{339D5A61-6469-4D78-BDA0-4175D12DC9FE}" dt="2026-03-19T12:05:32.770" v="106" actId="14100"/>
          <ac:graphicFrameMkLst>
            <pc:docMk/>
            <pc:sldMk cId="0" sldId="276"/>
            <ac:graphicFrameMk id="6" creationId="{00000000-0000-0000-0000-000000000000}"/>
          </ac:graphicFrameMkLst>
        </pc:graphicFrameChg>
      </pc:sldChg>
      <pc:sldChg chg="modSp del mod">
        <pc:chgData name="shekhawatsoumya2@gmail.com" userId="870cf11c5f67087a" providerId="LiveId" clId="{339D5A61-6469-4D78-BDA0-4175D12DC9FE}" dt="2026-03-19T12:06:17.222" v="115" actId="2696"/>
        <pc:sldMkLst>
          <pc:docMk/>
          <pc:sldMk cId="0" sldId="277"/>
        </pc:sldMkLst>
        <pc:graphicFrameChg chg="mod">
          <ac:chgData name="shekhawatsoumya2@gmail.com" userId="870cf11c5f67087a" providerId="LiveId" clId="{339D5A61-6469-4D78-BDA0-4175D12DC9FE}" dt="2026-03-19T12:06:06.051" v="114" actId="14100"/>
          <ac:graphicFrameMkLst>
            <pc:docMk/>
            <pc:sldMk cId="0" sldId="277"/>
            <ac:graphicFrameMk id="6" creationId="{00000000-0000-0000-0000-000000000000}"/>
          </ac:graphicFrameMkLst>
        </pc:graphicFrameChg>
      </pc:sldChg>
      <pc:sldChg chg="delSp modSp mod">
        <pc:chgData name="shekhawatsoumya2@gmail.com" userId="870cf11c5f67087a" providerId="LiveId" clId="{339D5A61-6469-4D78-BDA0-4175D12DC9FE}" dt="2026-03-19T12:06:39.767" v="119" actId="478"/>
        <pc:sldMkLst>
          <pc:docMk/>
          <pc:sldMk cId="0" sldId="278"/>
        </pc:sldMkLst>
        <pc:spChg chg="mod">
          <ac:chgData name="shekhawatsoumya2@gmail.com" userId="870cf11c5f67087a" providerId="LiveId" clId="{339D5A61-6469-4D78-BDA0-4175D12DC9FE}" dt="2026-03-19T12:06:36.587" v="118" actId="14100"/>
          <ac:spMkLst>
            <pc:docMk/>
            <pc:sldMk cId="0" sldId="278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6:29.392" v="117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6:29.392" v="117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6:29.392" v="117" actId="1076"/>
          <ac:spMkLst>
            <pc:docMk/>
            <pc:sldMk cId="0" sldId="278"/>
            <ac:spMk id="10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6:39.767" v="119" actId="478"/>
          <ac:spMkLst>
            <pc:docMk/>
            <pc:sldMk cId="0" sldId="278"/>
            <ac:spMk id="11" creationId="{00000000-0000-0000-0000-000000000000}"/>
          </ac:spMkLst>
        </pc:spChg>
        <pc:picChg chg="mod">
          <ac:chgData name="shekhawatsoumya2@gmail.com" userId="870cf11c5f67087a" providerId="LiveId" clId="{339D5A61-6469-4D78-BDA0-4175D12DC9FE}" dt="2026-03-19T12:06:21.470" v="116" actId="14100"/>
          <ac:picMkLst>
            <pc:docMk/>
            <pc:sldMk cId="0" sldId="278"/>
            <ac:picMk id="6" creationId="{00000000-0000-0000-0000-000000000000}"/>
          </ac:picMkLst>
        </pc:picChg>
      </pc:sldChg>
      <pc:sldChg chg="delSp modSp mod">
        <pc:chgData name="shekhawatsoumya2@gmail.com" userId="870cf11c5f67087a" providerId="LiveId" clId="{339D5A61-6469-4D78-BDA0-4175D12DC9FE}" dt="2026-03-19T12:07:53.092" v="128" actId="478"/>
        <pc:sldMkLst>
          <pc:docMk/>
          <pc:sldMk cId="0" sldId="279"/>
        </pc:sldMkLst>
        <pc:spChg chg="mod">
          <ac:chgData name="shekhawatsoumya2@gmail.com" userId="870cf11c5f67087a" providerId="LiveId" clId="{339D5A61-6469-4D78-BDA0-4175D12DC9FE}" dt="2026-03-19T12:07:22.056" v="124" actId="14100"/>
          <ac:spMkLst>
            <pc:docMk/>
            <pc:sldMk cId="0" sldId="279"/>
            <ac:spMk id="6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07.455" v="122" actId="14100"/>
          <ac:spMkLst>
            <pc:docMk/>
            <pc:sldMk cId="0" sldId="279"/>
            <ac:spMk id="7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28.518" v="125" actId="14100"/>
          <ac:spMkLst>
            <pc:docMk/>
            <pc:sldMk cId="0" sldId="279"/>
            <ac:spMk id="10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07.455" v="122" actId="14100"/>
          <ac:spMkLst>
            <pc:docMk/>
            <pc:sldMk cId="0" sldId="279"/>
            <ac:spMk id="11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28.518" v="125" actId="14100"/>
          <ac:spMkLst>
            <pc:docMk/>
            <pc:sldMk cId="0" sldId="279"/>
            <ac:spMk id="14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07.455" v="122" actId="14100"/>
          <ac:spMkLst>
            <pc:docMk/>
            <pc:sldMk cId="0" sldId="279"/>
            <ac:spMk id="15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28.518" v="125" actId="14100"/>
          <ac:spMkLst>
            <pc:docMk/>
            <pc:sldMk cId="0" sldId="279"/>
            <ac:spMk id="18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07.455" v="122" actId="14100"/>
          <ac:spMkLst>
            <pc:docMk/>
            <pc:sldMk cId="0" sldId="279"/>
            <ac:spMk id="19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28.518" v="125" actId="14100"/>
          <ac:spMkLst>
            <pc:docMk/>
            <pc:sldMk cId="0" sldId="279"/>
            <ac:spMk id="22" creationId="{00000000-0000-0000-0000-000000000000}"/>
          </ac:spMkLst>
        </pc:spChg>
        <pc:spChg chg="mod">
          <ac:chgData name="shekhawatsoumya2@gmail.com" userId="870cf11c5f67087a" providerId="LiveId" clId="{339D5A61-6469-4D78-BDA0-4175D12DC9FE}" dt="2026-03-19T12:07:07.455" v="122" actId="14100"/>
          <ac:spMkLst>
            <pc:docMk/>
            <pc:sldMk cId="0" sldId="279"/>
            <ac:spMk id="23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7:53.092" v="128" actId="478"/>
          <ac:spMkLst>
            <pc:docMk/>
            <pc:sldMk cId="0" sldId="279"/>
            <ac:spMk id="51" creationId="{00000000-0000-0000-0000-000000000000}"/>
          </ac:spMkLst>
        </pc:spChg>
      </pc:sldChg>
      <pc:sldChg chg="modSp del mod">
        <pc:chgData name="shekhawatsoumya2@gmail.com" userId="870cf11c5f67087a" providerId="LiveId" clId="{339D5A61-6469-4D78-BDA0-4175D12DC9FE}" dt="2026-03-19T12:07:45.884" v="127" actId="2696"/>
        <pc:sldMkLst>
          <pc:docMk/>
          <pc:sldMk cId="0" sldId="280"/>
        </pc:sldMkLst>
        <pc:picChg chg="mod">
          <ac:chgData name="shekhawatsoumya2@gmail.com" userId="870cf11c5f67087a" providerId="LiveId" clId="{339D5A61-6469-4D78-BDA0-4175D12DC9FE}" dt="2026-03-19T12:07:41.905" v="126" actId="1076"/>
          <ac:picMkLst>
            <pc:docMk/>
            <pc:sldMk cId="0" sldId="280"/>
            <ac:picMk id="6" creationId="{00000000-0000-0000-0000-000000000000}"/>
          </ac:picMkLst>
        </pc:picChg>
      </pc:sldChg>
      <pc:sldChg chg="delSp mod">
        <pc:chgData name="shekhawatsoumya2@gmail.com" userId="870cf11c5f67087a" providerId="LiveId" clId="{339D5A61-6469-4D78-BDA0-4175D12DC9FE}" dt="2026-03-19T12:07:59.503" v="129" actId="478"/>
        <pc:sldMkLst>
          <pc:docMk/>
          <pc:sldMk cId="0" sldId="281"/>
        </pc:sldMkLst>
        <pc:spChg chg="del">
          <ac:chgData name="shekhawatsoumya2@gmail.com" userId="870cf11c5f67087a" providerId="LiveId" clId="{339D5A61-6469-4D78-BDA0-4175D12DC9FE}" dt="2026-03-19T12:07:59.503" v="129" actId="478"/>
          <ac:spMkLst>
            <pc:docMk/>
            <pc:sldMk cId="0" sldId="281"/>
            <ac:spMk id="35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08:04.347" v="130" actId="478"/>
        <pc:sldMkLst>
          <pc:docMk/>
          <pc:sldMk cId="0" sldId="282"/>
        </pc:sldMkLst>
        <pc:spChg chg="del">
          <ac:chgData name="shekhawatsoumya2@gmail.com" userId="870cf11c5f67087a" providerId="LiveId" clId="{339D5A61-6469-4D78-BDA0-4175D12DC9FE}" dt="2026-03-19T12:08:04.347" v="130" actId="478"/>
          <ac:spMkLst>
            <pc:docMk/>
            <pc:sldMk cId="0" sldId="282"/>
            <ac:spMk id="36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08:12.642" v="132" actId="478"/>
        <pc:sldMkLst>
          <pc:docMk/>
          <pc:sldMk cId="0" sldId="283"/>
        </pc:sldMkLst>
        <pc:spChg chg="del">
          <ac:chgData name="shekhawatsoumya2@gmail.com" userId="870cf11c5f67087a" providerId="LiveId" clId="{339D5A61-6469-4D78-BDA0-4175D12DC9FE}" dt="2026-03-19T12:08:10.221" v="131" actId="478"/>
          <ac:spMkLst>
            <pc:docMk/>
            <pc:sldMk cId="0" sldId="283"/>
            <ac:spMk id="2" creationId="{00000000-0000-0000-0000-000000000000}"/>
          </ac:spMkLst>
        </pc:spChg>
        <pc:spChg chg="del">
          <ac:chgData name="shekhawatsoumya2@gmail.com" userId="870cf11c5f67087a" providerId="LiveId" clId="{339D5A61-6469-4D78-BDA0-4175D12DC9FE}" dt="2026-03-19T12:08:12.642" v="132" actId="478"/>
          <ac:spMkLst>
            <pc:docMk/>
            <pc:sldMk cId="0" sldId="283"/>
            <ac:spMk id="12" creationId="{00000000-0000-0000-0000-000000000000}"/>
          </ac:spMkLst>
        </pc:spChg>
      </pc:sldChg>
      <pc:sldChg chg="delSp mod">
        <pc:chgData name="shekhawatsoumya2@gmail.com" userId="870cf11c5f67087a" providerId="LiveId" clId="{339D5A61-6469-4D78-BDA0-4175D12DC9FE}" dt="2026-03-19T12:08:17.559" v="133" actId="478"/>
        <pc:sldMkLst>
          <pc:docMk/>
          <pc:sldMk cId="0" sldId="284"/>
        </pc:sldMkLst>
        <pc:spChg chg="del">
          <ac:chgData name="shekhawatsoumya2@gmail.com" userId="870cf11c5f67087a" providerId="LiveId" clId="{339D5A61-6469-4D78-BDA0-4175D12DC9FE}" dt="2026-03-19T12:08:17.559" v="133" actId="478"/>
          <ac:spMkLst>
            <pc:docMk/>
            <pc:sldMk cId="0" sldId="284"/>
            <ac:spMk id="3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Wins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Zambia</c:v>
                </c:pt>
                <c:pt idx="1">
                  <c:v>Yugoslavia</c:v>
                </c:pt>
                <c:pt idx="2">
                  <c:v>Zimbabwe</c:v>
                </c:pt>
                <c:pt idx="3">
                  <c:v>Yemen</c:v>
                </c:pt>
                <c:pt idx="4">
                  <c:v>Zanzibar</c:v>
                </c:pt>
                <c:pt idx="5">
                  <c:v>Ynys Môn</c:v>
                </c:pt>
                <c:pt idx="6">
                  <c:v>Yemen DPR</c:v>
                </c:pt>
                <c:pt idx="7">
                  <c:v>Yorkshire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358</c:v>
                </c:pt>
                <c:pt idx="1">
                  <c:v>223</c:v>
                </c:pt>
                <c:pt idx="2">
                  <c:v>188</c:v>
                </c:pt>
                <c:pt idx="3">
                  <c:v>53</c:v>
                </c:pt>
                <c:pt idx="4">
                  <c:v>44</c:v>
                </c:pt>
                <c:pt idx="5">
                  <c:v>37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D2-49A1-B0AA-335D6B0713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F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Matches</c:v>
                </c:pt>
              </c:strCache>
            </c:strRef>
          </c:tx>
          <c:spPr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1872</c:v>
                </c:pt>
                <c:pt idx="1">
                  <c:v>1900</c:v>
                </c:pt>
                <c:pt idx="2">
                  <c:v>1910</c:v>
                </c:pt>
                <c:pt idx="3">
                  <c:v>1920</c:v>
                </c:pt>
                <c:pt idx="4">
                  <c:v>1930</c:v>
                </c:pt>
                <c:pt idx="5">
                  <c:v>1940</c:v>
                </c:pt>
                <c:pt idx="6">
                  <c:v>1950</c:v>
                </c:pt>
                <c:pt idx="7">
                  <c:v>1960</c:v>
                </c:pt>
                <c:pt idx="8">
                  <c:v>1970</c:v>
                </c:pt>
                <c:pt idx="9">
                  <c:v>1980</c:v>
                </c:pt>
                <c:pt idx="10">
                  <c:v>1990</c:v>
                </c:pt>
                <c:pt idx="11">
                  <c:v>1995</c:v>
                </c:pt>
                <c:pt idx="12">
                  <c:v>2000</c:v>
                </c:pt>
                <c:pt idx="13">
                  <c:v>2005</c:v>
                </c:pt>
                <c:pt idx="14">
                  <c:v>2010</c:v>
                </c:pt>
                <c:pt idx="15">
                  <c:v>2015</c:v>
                </c:pt>
                <c:pt idx="16">
                  <c:v>2018</c:v>
                </c:pt>
                <c:pt idx="17">
                  <c:v>2020</c:v>
                </c:pt>
                <c:pt idx="18">
                  <c:v>2022</c:v>
                </c:pt>
                <c:pt idx="19">
                  <c:v>2024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12</c:v>
                </c:pt>
                <c:pt idx="3">
                  <c:v>25</c:v>
                </c:pt>
                <c:pt idx="4">
                  <c:v>45</c:v>
                </c:pt>
                <c:pt idx="5">
                  <c:v>30</c:v>
                </c:pt>
                <c:pt idx="6">
                  <c:v>80</c:v>
                </c:pt>
                <c:pt idx="7">
                  <c:v>150</c:v>
                </c:pt>
                <c:pt idx="8">
                  <c:v>250</c:v>
                </c:pt>
                <c:pt idx="9">
                  <c:v>350</c:v>
                </c:pt>
                <c:pt idx="10">
                  <c:v>488</c:v>
                </c:pt>
                <c:pt idx="11">
                  <c:v>620</c:v>
                </c:pt>
                <c:pt idx="12">
                  <c:v>804</c:v>
                </c:pt>
                <c:pt idx="13">
                  <c:v>950</c:v>
                </c:pt>
                <c:pt idx="14">
                  <c:v>1115</c:v>
                </c:pt>
                <c:pt idx="15">
                  <c:v>1229</c:v>
                </c:pt>
                <c:pt idx="16">
                  <c:v>980</c:v>
                </c:pt>
                <c:pt idx="17">
                  <c:v>347</c:v>
                </c:pt>
                <c:pt idx="18">
                  <c:v>890</c:v>
                </c:pt>
                <c:pt idx="19">
                  <c:v>1100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759-4863-A4A1-72A1E3D85A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F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Match Result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A0-40AD-8AFB-E3DF97DB5949}"/>
              </c:ext>
            </c:extLst>
          </c:dPt>
          <c:dPt>
            <c:idx val="1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A0-40AD-8AFB-E3DF97DB5949}"/>
              </c:ext>
            </c:extLst>
          </c:dPt>
          <c:dPt>
            <c:idx val="2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A0-40AD-8AFB-E3DF97DB594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A0-40AD-8AFB-E3DF97DB594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A0-40AD-8AFB-E3DF97DB594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A0-40AD-8AFB-E3DF97DB594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Home Win</c:v>
                </c:pt>
                <c:pt idx="1">
                  <c:v>Away Win</c:v>
                </c:pt>
                <c:pt idx="2">
                  <c:v>Draw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24040</c:v>
                </c:pt>
                <c:pt idx="1">
                  <c:v>13870</c:v>
                </c:pt>
                <c:pt idx="2">
                  <c:v>11160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3A0-40AD-8AFB-E3DF97DB5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5A5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Goals/Match</c:v>
                </c:pt>
              </c:strCache>
            </c:strRef>
          </c:tx>
          <c:spPr>
            <a:ln w="31750" cap="flat">
              <a:solidFill>
                <a:srgbClr val="E76F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1880</c:v>
                </c:pt>
                <c:pt idx="1">
                  <c:v>1890</c:v>
                </c:pt>
                <c:pt idx="2">
                  <c:v>1900</c:v>
                </c:pt>
                <c:pt idx="3">
                  <c:v>1910</c:v>
                </c:pt>
                <c:pt idx="4">
                  <c:v>1920</c:v>
                </c:pt>
                <c:pt idx="5">
                  <c:v>1930</c:v>
                </c:pt>
                <c:pt idx="6">
                  <c:v>1940</c:v>
                </c:pt>
                <c:pt idx="7">
                  <c:v>1950</c:v>
                </c:pt>
                <c:pt idx="8">
                  <c:v>1960</c:v>
                </c:pt>
                <c:pt idx="9">
                  <c:v>1970</c:v>
                </c:pt>
                <c:pt idx="10">
                  <c:v>1980</c:v>
                </c:pt>
                <c:pt idx="11">
                  <c:v>1990</c:v>
                </c:pt>
                <c:pt idx="12">
                  <c:v>2000</c:v>
                </c:pt>
                <c:pt idx="13">
                  <c:v>2010</c:v>
                </c:pt>
                <c:pt idx="14">
                  <c:v>2020</c:v>
                </c:pt>
                <c:pt idx="15">
                  <c:v>2024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</c:v>
                </c:pt>
                <c:pt idx="1">
                  <c:v>7.1</c:v>
                </c:pt>
                <c:pt idx="2">
                  <c:v>5.5</c:v>
                </c:pt>
                <c:pt idx="3">
                  <c:v>4.4000000000000004</c:v>
                </c:pt>
                <c:pt idx="4">
                  <c:v>4.9000000000000004</c:v>
                </c:pt>
                <c:pt idx="5">
                  <c:v>3.2</c:v>
                </c:pt>
                <c:pt idx="6">
                  <c:v>2.8</c:v>
                </c:pt>
                <c:pt idx="7">
                  <c:v>3.5</c:v>
                </c:pt>
                <c:pt idx="8">
                  <c:v>3.1</c:v>
                </c:pt>
                <c:pt idx="9">
                  <c:v>2.9</c:v>
                </c:pt>
                <c:pt idx="10">
                  <c:v>2.6</c:v>
                </c:pt>
                <c:pt idx="11">
                  <c:v>2.5</c:v>
                </c:pt>
                <c:pt idx="12">
                  <c:v>2.2000000000000002</c:v>
                </c:pt>
                <c:pt idx="13">
                  <c:v>2.2000000000000002</c:v>
                </c:pt>
                <c:pt idx="14">
                  <c:v>2.1</c:v>
                </c:pt>
                <c:pt idx="15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621-4530-92EA-FFD92A61AE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F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Matches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A0-4884-9447-8421E4BC16C3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A0-4884-9447-8421E4BC16C3}"/>
              </c:ext>
            </c:extLst>
          </c:dPt>
          <c:dPt>
            <c:idx val="2"/>
            <c:invertIfNegative val="0"/>
            <c:bubble3D val="0"/>
            <c:spPr>
              <a:solidFill>
                <a:srgbClr val="B7E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A0-4884-9447-8421E4BC16C3}"/>
              </c:ext>
            </c:extLst>
          </c:dPt>
          <c:dPt>
            <c:idx val="3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A0-4884-9447-8421E4BC16C3}"/>
              </c:ext>
            </c:extLst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2A0-4884-9447-8421E4BC16C3}"/>
              </c:ext>
            </c:extLst>
          </c:dPt>
          <c:dPt>
            <c:idx val="5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A0-4884-9447-8421E4BC16C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F2A0-4884-9447-8421E4BC16C3}"/>
              </c:ext>
            </c:extLst>
          </c:dPt>
          <c:dPt>
            <c:idx val="7"/>
            <c:invertIfNegative val="0"/>
            <c:bubble3D val="0"/>
            <c:spPr>
              <a:solidFill>
                <a:srgbClr val="B7E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2A0-4884-9447-8421E4BC16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Friendly</c:v>
                </c:pt>
                <c:pt idx="1">
                  <c:v>FIFA WC Qual</c:v>
                </c:pt>
                <c:pt idx="2">
                  <c:v>UEFA Euro Qual</c:v>
                </c:pt>
                <c:pt idx="3">
                  <c:v>AFCON Qual</c:v>
                </c:pt>
                <c:pt idx="4">
                  <c:v>FIFA World Cup</c:v>
                </c:pt>
                <c:pt idx="5">
                  <c:v>CONCACAF GC</c:v>
                </c:pt>
                <c:pt idx="6">
                  <c:v>Copa América</c:v>
                </c:pt>
                <c:pt idx="7">
                  <c:v>AFC Asian Cup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18181</c:v>
                </c:pt>
                <c:pt idx="1">
                  <c:v>8755</c:v>
                </c:pt>
                <c:pt idx="2">
                  <c:v>2824</c:v>
                </c:pt>
                <c:pt idx="3">
                  <c:v>2327</c:v>
                </c:pt>
                <c:pt idx="4">
                  <c:v>964</c:v>
                </c:pt>
                <c:pt idx="5">
                  <c:v>1432</c:v>
                </c:pt>
                <c:pt idx="6">
                  <c:v>876</c:v>
                </c:pt>
                <c:pt idx="7">
                  <c:v>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2A0-4884-9447-8421E4BC16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F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7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474720"/>
            <a:ext cx="59436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⚽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474720" y="6400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MATCH</a:t>
            </a:r>
            <a:endParaRPr lang="en-US" sz="3400" dirty="0"/>
          </a:p>
          <a:p>
            <a:pPr marL="0" indent="0">
              <a:buNone/>
            </a:pPr>
            <a:r>
              <a:rPr lang="en-US" sz="3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0" y="23774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Business Intelligence Report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49,000 Matches Across 269 Countries (1872–2026)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walkthrough of the football data analytics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4572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62763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domain overview, problem statement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04288"/>
            <a:ext cx="4572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4688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data structure, key variables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45536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45536"/>
            <a:ext cx="4572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3101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Cleaning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explanations, cleaning steps, transformation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986784"/>
            <a:ext cx="4572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415137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Business Questions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334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stack, key analytical questions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46304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463040"/>
            <a:ext cx="4572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62763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Charts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distributions, comparisons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304288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304288"/>
            <a:ext cx="4572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4688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visuals, filters, interactivity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145536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145536"/>
            <a:ext cx="4572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3101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actionable suggestions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986784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986784"/>
            <a:ext cx="4572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15137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0352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4334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context, and importance of the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7432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727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Background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is the world's most popular sport, generating vast amounts of match data since the first recorded international in 1872. This project leverages 150+ years of historical data to uncover patterns and trends in global football.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7432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5727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 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21284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comprises 49,071 international football matches played across 269 countries and regions, spanning from 1872 to 2026. It covers all major competitions — World Cups, continental championships, qualifying rounds, and friendly matches.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08760"/>
            <a:ext cx="27432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5727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21284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match outcomes, scoring trends, and home-field advantage helps federations, coaches, analysts, and sports broadcasters make data-driven decisions around team strategy, event planning, and resource allocation.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global football ecosystem and key analytical concepts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41148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governed globally by FIFA with 211 member associations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continental confederations (UEFA, CONMEBOL, CAF, AFC, CONCACAF, OFC)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held every 4 years — the most-watched sporting event on earth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matches span: Friendlies, World Cup qualifiers, Continental tournaments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now standard for elite team preparation and scouting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411480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63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Concepts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Home Field Advantage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playing at their home venue statistically win more often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Scoring Efficiency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goals per match — indicator of attacking quality era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Match Result Types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/ Away Win / Draw — three possible outcomes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Tournament Context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vs friendly matches yield different scoring patterns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core business problem this analysis aims to solve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595360" cy="96012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150+ years of international football data being available, sports organizations, analysts, and broadcasters lack a consolidated, visual framework to answer critical performance questions — resulting in missed strategic opportunities.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206240" cy="914400"/>
          </a:xfrm>
          <a:prstGeom prst="rect">
            <a:avLst/>
          </a:prstGeom>
          <a:solidFill>
            <a:srgbClr val="2D6A4F">
              <a:alpha val="50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Fragmented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records spread across multiple formats with no unified analytical 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4206240" cy="914400"/>
          </a:xfrm>
          <a:prstGeom prst="rect">
            <a:avLst/>
          </a:prstGeom>
          <a:solidFill>
            <a:srgbClr val="2D6A4F">
              <a:alpha val="50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423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No Trend Visibility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match volume and scoring changes are not quantified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206240" cy="914400"/>
          </a:xfrm>
          <a:prstGeom prst="rect">
            <a:avLst/>
          </a:prstGeom>
          <a:solidFill>
            <a:srgbClr val="2D6A4F">
              <a:alpha val="50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66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 Unquantified Home Advantage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field benefit is assumed but not rigorously measured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474720"/>
            <a:ext cx="4206240" cy="914400"/>
          </a:xfrm>
          <a:prstGeom prst="rect">
            <a:avLst/>
          </a:prstGeom>
          <a:solidFill>
            <a:srgbClr val="2D6A4F">
              <a:alpha val="50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566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Team Benchmarking Gap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3886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comparative ranking of national teams by win rates over 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 with this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Business Goal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1488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sports federations and analysts with a data-driven view of global football performance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historical trends in match frequency, scoring, and outcome distribution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home-field advantage effect across 150+ years of competition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81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End Goal (Expected Outcome)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1488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enabling stakeholders to explore football KPIs dynamically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report identifying top-performing nations, scoring trends, and win patterns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reusable analytics framework for ongoing data refreshes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743200" cy="5943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81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Analytical Goal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1488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end-to-end data analytics: cleaning → transformation → EDA → visualization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quality and handle 150+ years of heterogeneous records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meaningful calculated columns and aggregated metrics to support storytelling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key variables and metrics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67028"/>
            <a:ext cx="1554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767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49,071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9156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1367028"/>
            <a:ext cx="1554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4767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93392" y="19156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12464" y="1367028"/>
            <a:ext cx="1554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14767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12464" y="19156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1536" y="1367028"/>
            <a:ext cx="1554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14767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yrs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31536" y="19156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50608" y="1367028"/>
            <a:ext cx="1554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0608" y="14767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50608" y="19156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464308"/>
            <a:ext cx="8595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31720"/>
            <a:ext cx="859536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77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2377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715768"/>
            <a:ext cx="8595360" cy="256032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734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65960" y="2734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63240" y="2734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12280" y="2734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1872-11-30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980944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home_team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65960" y="2999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63240" y="2999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team name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12280" y="29992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246120"/>
            <a:ext cx="8595360" cy="256032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2644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away_team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65960" y="3264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063240" y="3264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team name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1228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511296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home_score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965960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063240" y="3529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scored by home team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12280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3776472"/>
            <a:ext cx="8595360" cy="256032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94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away_score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965960" y="3794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06324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scored by away team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12280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041648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0599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965960" y="4059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063240" y="4059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name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12280" y="4059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4306824"/>
            <a:ext cx="8595360" cy="256032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3251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country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965960" y="43251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063240" y="4325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venue location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812280" y="43251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Glasgow, Scotland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590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965960" y="4590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063240" y="45902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venue flag (True/False)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812280" y="4590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6477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37731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5515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overview and distribution insights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2120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52120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 — Scoring Metrics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5212080" cy="310896"/>
          </a:xfrm>
          <a:prstGeom prst="rect">
            <a:avLst/>
          </a:prstGeom>
          <a:solidFill>
            <a:srgbClr val="B7E4C7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647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91640" y="17647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71800" y="17647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Score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17647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939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0939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49,071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20939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49,071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20939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49,071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95728"/>
            <a:ext cx="5212080" cy="310896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231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24231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24231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24231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724912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5234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275234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71800" y="275234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51960" y="275234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54096"/>
            <a:ext cx="5212080" cy="310896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0815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30815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71800" y="30815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51960" y="30815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383280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4107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91640" y="341071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71800" y="341071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51960" y="341071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712464"/>
            <a:ext cx="5212080" cy="310896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739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91640" y="37398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71800" y="37398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51960" y="37398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041648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0690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Pctl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91640" y="4069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71800" y="4069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251960" y="4069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370832"/>
            <a:ext cx="5212080" cy="310896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3982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Pctl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91640" y="43982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71800" y="43982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251960" y="43982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760720" y="1325880"/>
            <a:ext cx="31089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760720" y="1325880"/>
            <a:ext cx="31089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Insights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852160" y="187452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Home teams average 1.74 goals — significantly higher than away teams (1.19), confirming home advantage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Maximum recorded score is 36 total goals (Australia 31 – American Samoa 0, 2001)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Median match ends 1-1, suggesting draws are the most common scoreline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Right-skewed distribution — most matches are low-scoring, outliers pull mean upward</a:t>
            </a:r>
            <a:endParaRPr lang="en-US" sz="10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Average of 2.94 goals per match has declined from 4–7 goals/match pre-1950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418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5801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explanation and variable relationships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85953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859536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/ Field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371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Other Variables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in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09928"/>
            <a:ext cx="8595360" cy="512064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09928"/>
            <a:ext cx="54864" cy="5120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7373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76272" y="17373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year/decade extraction; drives all time-series analysis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76288" y="1773936"/>
            <a:ext cx="1554480" cy="274320"/>
          </a:xfrm>
          <a:prstGeom prst="rect">
            <a:avLst/>
          </a:prstGeom>
          <a:solidFill>
            <a:srgbClr val="B7E4C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792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40280"/>
            <a:ext cx="54864" cy="5120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6771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home_team / away_team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6272" y="226771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match participants; allows win/loss aggregation per nation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76288" y="2304288"/>
            <a:ext cx="1554480" cy="274320"/>
          </a:xfrm>
          <a:prstGeom prst="rect">
            <a:avLst/>
          </a:prstGeom>
          <a:solidFill>
            <a:srgbClr val="B7E4C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322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Ranking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770632"/>
            <a:ext cx="8595360" cy="512064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70632"/>
            <a:ext cx="54864" cy="5120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79806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home_score / away_score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76272" y="279806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metric; derives total goals, match result, and goal difference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76288" y="2834640"/>
            <a:ext cx="1554480" cy="274320"/>
          </a:xfrm>
          <a:prstGeom prst="rect">
            <a:avLst/>
          </a:prstGeom>
          <a:solidFill>
            <a:srgbClr val="B7E4C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8529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KPIs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300984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00984"/>
            <a:ext cx="54864" cy="5120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3284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76272" y="332841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data by competition type — critical for competitive vs friendly analysis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76288" y="3364992"/>
            <a:ext cx="1554480" cy="274320"/>
          </a:xfrm>
          <a:prstGeom prst="rect">
            <a:avLst/>
          </a:prstGeom>
          <a:solidFill>
            <a:srgbClr val="B7E4C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3832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831336"/>
            <a:ext cx="8595360" cy="512064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831336"/>
            <a:ext cx="54864" cy="5120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8587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country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76272" y="38587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geographic analysis; identifies neutral venue matches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76288" y="3895344"/>
            <a:ext cx="1554480" cy="274320"/>
          </a:xfrm>
          <a:prstGeom prst="rect">
            <a:avLst/>
          </a:prstGeom>
          <a:solidFill>
            <a:srgbClr val="B7E4C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3913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Mapping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36168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361688"/>
            <a:ext cx="54864" cy="5120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3891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76272" y="43891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flag; TRUE matches exclude home-field advantage bias in analysis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76288" y="4425696"/>
            <a:ext cx="1554480" cy="274320"/>
          </a:xfrm>
          <a:prstGeom prst="rect">
            <a:avLst/>
          </a:prstGeom>
          <a:solidFill>
            <a:srgbClr val="B7E4C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44439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Control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preparation is critical before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777240"/>
          </a:xfrm>
          <a:prstGeom prst="rect">
            <a:avLst/>
          </a:prstGeom>
          <a:solidFill>
            <a:srgbClr val="B7E4C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rarely analysis-ready. With 150+ years of records, the football dataset contains inconsistencies, encoding issues, and structural gaps that must be addressed to ensure reliable insights.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Data Completeness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70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records (pre-1920) may have incomplete scores, cities, or tournament names requiring validation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Consistency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770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names changed over time (e.g., USSR → Russia); historical naming must be standardized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3317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 Formats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770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 across historical and modern records need uniform parsing for time-series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Duplicates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artifacts or source overlaps may create duplicate match records that inflate counts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56616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Data Types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must be numeric, dates parsed as datetime, and boolean neutral column correctly typed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56616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Outliers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scores (e.g., 31-0) are real events — must be documented, not removed, to preserve integrity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cleaning operations performed on the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502920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65960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all 9 columns for null/blank records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field: 142 nulls flagged → filled with "Unknown"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field: missing values defaulted to FALSE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with no score data excluded from scoring KPIs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371600"/>
            <a:ext cx="502920" cy="1600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65960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7830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on (date, home_team, away_team)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exact duplicate rows identified and removed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earliest entry; secondary duplicates dropped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record count confirmed at 49,071 unique matches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10896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108960"/>
            <a:ext cx="502920" cy="1600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03320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182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Corrections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converted to proper Date format (YYYY-MM-DD)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home_score / away_score enforced as Integer type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column confirmed as Boolean (True/False)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extracted as calculated integer column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fields, new columns, and aggregations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029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50292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538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Calculated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5029200" cy="475488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56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total_goals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18562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home_score + away_score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39312" y="18562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 in a match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591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goal_difference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23591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home_score − away_score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23591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team margin of victory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5029200" cy="475488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62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match_result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28620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IF home &gt; away → Home Win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away &gt; home → Away Win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Draw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39312" y="28620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outcome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64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3080" y="3364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YEAR(date)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39312" y="33649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year for time-series grouping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5029200" cy="475488"/>
          </a:xfrm>
          <a:prstGeom prst="rect">
            <a:avLst/>
          </a:prstGeom>
          <a:solidFill>
            <a:srgbClr val="EDFAF1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679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3080" y="38679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FLOOR(year/10)*10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39312" y="38679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 grouping for trend smoothing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34340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is_competitive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83080" y="43708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tournament ≠ "Friendly"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39312" y="43708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 for competitive matches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1417320"/>
            <a:ext cx="32918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1417320"/>
            <a:ext cx="329184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145389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Aggregations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87568" y="1920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Matches per Year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06440" y="21579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COUNT(match_id) GROUP BY year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87568" y="24323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Avg Goals per Year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06440" y="2670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AVG(total_goals) GROUP BY year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87568" y="294436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Team Win Count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06440" y="31821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WHERE team = winner GROUP BY team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87568" y="345643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Home Win 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06440" y="36941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SUM(home_wins) / COUNT(*) × 100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87568" y="396849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Tournament Distribution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06440" y="4206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GROUP BY tournament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87568" y="448056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Neutral vs Home 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06440" y="47183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SUM(neutral=TRUE) / COUNT(*)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F7E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stack powering this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" y="14173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1417320"/>
            <a:ext cx="27432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5087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Microsoft Excel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2104" y="19842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exploration, pivot tables, statistical summary. Used for quick sanity checks and data profiling before loading into Power BI.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16552" y="14173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417320"/>
            <a:ext cx="2743200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5087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Power BI Desktop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19842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BI tool for dashboard creation. DAX measures calculated KPIs, Power Query performed data transformation, visuals built for interactive exploration.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" y="31089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" y="3108960"/>
            <a:ext cx="2743200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832104" y="32004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Power Query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" y="367588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within Power BI — handled data type casting, column renaming, conditional columns, and merge operations.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16552" y="310896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16552" y="3108960"/>
            <a:ext cx="2743200" cy="475488"/>
          </a:xfrm>
          <a:prstGeom prst="rect">
            <a:avLst/>
          </a:prstGeom>
          <a:solidFill>
            <a:srgbClr val="4A6860"/>
          </a:solidFill>
          <a:ln w="12700">
            <a:solidFill>
              <a:srgbClr val="4A68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2004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DAX (Data Analysis Expressions)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26280" y="367588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measures: Total Matches, Average Goal, Home Win %, Win Counts. Time intelligence functions for year-over-year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 driving this investigation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749808"/>
          </a:xfrm>
          <a:prstGeom prst="rect">
            <a:avLst/>
          </a:prstGeom>
          <a:solidFill>
            <a:srgbClr val="2D6A4F">
              <a:alpha val="40000"/>
            </a:srgbClr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62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5272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volume of international football matches grown over the past 150 years?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4206240" cy="749808"/>
          </a:xfrm>
          <a:prstGeom prst="rect">
            <a:avLst/>
          </a:prstGeom>
          <a:solidFill>
            <a:srgbClr val="2D6A4F">
              <a:alpha val="40000"/>
            </a:srgbClr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57400"/>
            <a:ext cx="54864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768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16712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overall home-field advantage rate, and has it changed over time?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06240" cy="749808"/>
          </a:xfrm>
          <a:prstGeom prst="rect">
            <a:avLst/>
          </a:prstGeom>
          <a:solidFill>
            <a:srgbClr val="2D6A4F">
              <a:alpha val="40000"/>
            </a:srgbClr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71800"/>
            <a:ext cx="54864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912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8152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have average goals per match evolved from the 1870s to the 2020s?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4206240" cy="749808"/>
          </a:xfrm>
          <a:prstGeom prst="rect">
            <a:avLst/>
          </a:prstGeom>
          <a:solidFill>
            <a:srgbClr val="2D6A4F">
              <a:alpha val="40000"/>
            </a:srgbClr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86200"/>
            <a:ext cx="54864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056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99592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national teams have accumulated the most international wins in the dataset?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143000"/>
            <a:ext cx="4206240" cy="749808"/>
          </a:xfrm>
          <a:prstGeom prst="rect">
            <a:avLst/>
          </a:prstGeom>
          <a:solidFill>
            <a:srgbClr val="2D6A4F">
              <a:alpha val="40000"/>
            </a:srgbClr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143000"/>
            <a:ext cx="54864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62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25272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match outcomes — Home Win vs Away Win vs Draw?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057400"/>
            <a:ext cx="4206240" cy="749808"/>
          </a:xfrm>
          <a:prstGeom prst="rect">
            <a:avLst/>
          </a:prstGeom>
          <a:solidFill>
            <a:srgbClr val="2D6A4F">
              <a:alpha val="40000"/>
            </a:srgbClr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057400"/>
            <a:ext cx="54864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768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16712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tournament types generate the most matches and highest scoring rates?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971800"/>
            <a:ext cx="4206240" cy="749808"/>
          </a:xfrm>
          <a:prstGeom prst="rect">
            <a:avLst/>
          </a:prstGeom>
          <a:solidFill>
            <a:srgbClr val="2D6A4F">
              <a:alpha val="40000"/>
            </a:srgbClr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971800"/>
            <a:ext cx="54864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1912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308152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scoring differences between matches played at neutral venues vs home venues?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886200"/>
            <a:ext cx="4206240" cy="749808"/>
          </a:xfrm>
          <a:prstGeom prst="rect">
            <a:avLst/>
          </a:prstGeom>
          <a:solidFill>
            <a:srgbClr val="2D6A4F">
              <a:alpha val="40000"/>
            </a:srgbClr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886200"/>
            <a:ext cx="54864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1056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399592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peak years for match frequency, and what drove those peaks?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observations and key patterns discovered in the raw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502920" cy="1078992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7647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4904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Volume Explosion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7647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Pre-1950: fewer than 50 matches/year on average. Post-1950: exponential growth driven by FIFA World Cup qualification expansion and continental tournaments. Peak: 1,229 matches in a single year.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502920" cy="1078992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7647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0" y="14904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Decline Over Centuries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7647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football (1870s–1900s): average 4–7 goals/match due to rudimentary defending. Modern era (post-1970): settled at ~2.0 goals/match reflecting evolved tactical systems.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87752"/>
            <a:ext cx="502920" cy="1078992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935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2660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Consistency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9352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teams win 49% of all matches — nearly double the away win rate of 28%. This advantage has been remarkably consistent across all eras of the game.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587752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587752"/>
            <a:ext cx="502920" cy="1078992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2935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2660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Teams Dominance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9352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 (358 wins), Yugoslavia (223), and Zimbabwe (188) lead the all-time win table — a reflection of their historical match activity, not just quality.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758184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58184"/>
            <a:ext cx="502920" cy="1078992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41056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vs Competitive Split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410565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all matches are friendly fixtures. FIFA World Cup qualification is the single largest competitive competition with 8,755 matches recorded.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758184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758184"/>
            <a:ext cx="502920" cy="1078992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41056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10565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269 countries — more than FIFA membership (211), suggesting some regional/historical territories are included from pre-confederation era.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Top Teams by Total Wins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national teams have won the most international matches?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47939424"/>
              </p:ext>
            </p:extLst>
          </p:nvPr>
        </p:nvGraphicFramePr>
        <p:xfrm>
          <a:off x="274320" y="1490472"/>
          <a:ext cx="594360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490472"/>
            <a:ext cx="237744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0" y="1490472"/>
            <a:ext cx="237744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527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1975104"/>
            <a:ext cx="21945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 leads with 358 wins — reflecting extensive match history in African competition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Yugoslavia's 223 wins include a rich pre-dissolution era of European football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Zimbabwe's 188 wins are notable given their relatively recent FIFA membership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drop-off after top 3 — indicating highly concentrated win distribution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Yemen, Zanzibar represent smaller footballing nations with respectable records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Total Matches by Year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international football match frequency grown since 1872?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910715732"/>
              </p:ext>
            </p:extLst>
          </p:nvPr>
        </p:nvGraphicFramePr>
        <p:xfrm>
          <a:off x="274320" y="1490472"/>
          <a:ext cx="594360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490472"/>
            <a:ext cx="237744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0" y="1490472"/>
            <a:ext cx="23774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527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1975104"/>
            <a:ext cx="21945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1872–1950: Flat growth — international football limited to Europe and a few nations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Post-1950: Exponential rise driven by FIFA expansion and new qualifying competitions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1,229 peak in mid-2010s — record match volume as global participation grew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dip to 347 — COVID-19 pandemic caused mass cancellations and postponements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recovery post-2020 signals the sport's resilience and global demand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Match Result Distribution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match outcomes distributed across Home Win, Away Win, and Draw?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983798257"/>
              </p:ext>
            </p:extLst>
          </p:nvPr>
        </p:nvGraphicFramePr>
        <p:xfrm>
          <a:off x="274320" y="1484142"/>
          <a:ext cx="5029200" cy="3316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400790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510518"/>
            <a:ext cx="32004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0" y="1921998"/>
            <a:ext cx="32004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Rate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348952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2458680"/>
            <a:ext cx="32004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0" y="2870160"/>
            <a:ext cx="32004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Win Rate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3301863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0" y="3411591"/>
            <a:ext cx="32004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669280" y="3823071"/>
            <a:ext cx="32004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Rate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4254774"/>
            <a:ext cx="3200400" cy="777240"/>
          </a:xfrm>
          <a:prstGeom prst="rect">
            <a:avLst/>
          </a:prstGeom>
          <a:solidFill>
            <a:srgbClr val="B7E4C7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06440" y="430049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Home teams win nearly twice as often as visiting teams, confirming a powerful home-field advantage in international football.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— Average Goals Per Match by Year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scoring efficiency evolved from 1872 to 2024?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265324954"/>
              </p:ext>
            </p:extLst>
          </p:nvPr>
        </p:nvGraphicFramePr>
        <p:xfrm>
          <a:off x="274320" y="1527048"/>
          <a:ext cx="5943600" cy="327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527047"/>
            <a:ext cx="2377440" cy="3361475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0" y="1527048"/>
            <a:ext cx="237744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5636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0" y="2011680"/>
            <a:ext cx="21945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Pre-1900: 7–9 goals/match — defence was underdeveloped, rules less standardised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decline from 1920s through 1970s as tactical sophistication increased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stabilisation: 2.0–2.2 goals/match post-2000 reflecting compact defensive systems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evolution of football from open attacking play to structured tactical frameworks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dataset average of 2.94 includes many high-scoring early era matches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Chart — Matches by Tournament 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competitions drive the most international match activity?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238575022"/>
              </p:ext>
            </p:extLst>
          </p:nvPr>
        </p:nvGraphicFramePr>
        <p:xfrm>
          <a:off x="274320" y="1527048"/>
          <a:ext cx="5943600" cy="327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527047"/>
            <a:ext cx="2377440" cy="3368509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0" y="1527048"/>
            <a:ext cx="23774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5636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2011680"/>
            <a:ext cx="21945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Friendlies dominate at 18,181 matches (37%) — necessary for squad development and revenue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qualification is the single biggest competitive tournament (8,755 matches)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UEFA Euro qualification second at 2,824 — reflects Europe's active fixture calendar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FIFA World Cup finals (964 matches) are a small fraction of total activity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football is well-represented with AFCON qualification (2,327 matches)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— Layout &amp;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Football Analysis Dashboard walkthrough</a:t>
            </a:r>
            <a:endParaRPr lang="en-US" sz="120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63040"/>
            <a:ext cx="530352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463040"/>
            <a:ext cx="30632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463040"/>
            <a:ext cx="30632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4996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1938528"/>
            <a:ext cx="2880360" cy="3035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5 KPI cards — Total Matches, Total Goals, Avg Goal, Home Win%, Country Count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PANEL: Line chart — Total Matches by Year (1872–2024)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PANEL: Horizontal bar chart — Top teams by wins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LEFT: Pie chart — Match result distribution (Home/Away/Draw)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CENTRE: Line chart — Average goals per year trend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FILTER: Team slicer for interactive filtering by country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&amp; Cards Explained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five headline metrics on the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554480"/>
            <a:ext cx="157276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91236"/>
            <a:ext cx="1572768" cy="1632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" y="19568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75104" y="1572768"/>
            <a:ext cx="1572768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75104" y="1391236"/>
            <a:ext cx="1572768" cy="16324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75104" y="19568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94176" y="1572768"/>
            <a:ext cx="1572768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94176" y="1391236"/>
            <a:ext cx="1572768" cy="16324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94176" y="19568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Goal/Match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13248" y="1572768"/>
            <a:ext cx="1572768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13248" y="1391236"/>
            <a:ext cx="1572768" cy="1632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13248" y="19568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Rate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32320" y="1572768"/>
            <a:ext cx="1572768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1391236"/>
            <a:ext cx="1572768" cy="163244"/>
          </a:xfrm>
          <a:prstGeom prst="rect">
            <a:avLst/>
          </a:prstGeom>
          <a:solidFill>
            <a:srgbClr val="4A6860"/>
          </a:solidFill>
          <a:ln w="12700">
            <a:solidFill>
              <a:srgbClr val="4A68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19568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212848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212848"/>
            <a:ext cx="1572768" cy="292608"/>
          </a:xfrm>
          <a:prstGeom prst="rect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2494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" y="25603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COUNT(match_id)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9184" y="294436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historical footprint of international football — enables longitudinal analysis across 154 years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975104" y="2212848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975104" y="2212848"/>
            <a:ext cx="1572768" cy="292608"/>
          </a:xfrm>
          <a:prstGeom prst="rect">
            <a:avLst/>
          </a:prstGeom>
          <a:solidFill>
            <a:srgbClr val="E76F51">
              <a:alpha val="40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75104" y="22494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048256" y="25603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SUM(home_score + away_score)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48256" y="294436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scoring measure; when divided by total matches gives the 2.94 average goal rate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94176" y="2212848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94176" y="2212848"/>
            <a:ext cx="1572768" cy="292608"/>
          </a:xfrm>
          <a:prstGeom prst="rect">
            <a:avLst/>
          </a:prstGeom>
          <a:solidFill>
            <a:srgbClr val="E9C46A">
              <a:alpha val="4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94176" y="22494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67328" y="25603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AVERAGE(total_goals)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67328" y="294436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 for scoring eras; historically declining from 7+ to ~2.0 in modern football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13248" y="2212848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13248" y="2212848"/>
            <a:ext cx="1572768" cy="292608"/>
          </a:xfrm>
          <a:prstGeom prst="rect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22494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0" y="25603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SUM(home_wins) / COUNT(*)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86400" y="294436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home win rate validates the home-field advantage hypothesis with statistical significance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32320" y="2212848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32320" y="2212848"/>
            <a:ext cx="1572768" cy="292608"/>
          </a:xfrm>
          <a:prstGeom prst="rect">
            <a:avLst/>
          </a:prstGeom>
          <a:solidFill>
            <a:srgbClr val="4A6860">
              <a:alpha val="40000"/>
            </a:srgbClr>
          </a:solidFill>
          <a:ln w="12700">
            <a:solidFill>
              <a:srgbClr val="4A68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22494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205472" y="25603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DISTINCTCOUNT(country)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05472" y="294436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than FIFA membership (211), capturing historical territories and pre-federation era records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data-driven findings from the football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06240" cy="1097280"/>
          </a:xfrm>
          <a:prstGeom prst="rect">
            <a:avLst/>
          </a:prstGeom>
          <a:solidFill>
            <a:srgbClr val="2D6A4F">
              <a:alpha val="45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75488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463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1887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Exponential Match Growth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499616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49,000 matches across 154 years with &gt;10x growth since 1950, driven by FIFA expansion and global qualification tournaments.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206240" cy="1097280"/>
          </a:xfrm>
          <a:prstGeom prst="rect">
            <a:avLst/>
          </a:prstGeom>
          <a:solidFill>
            <a:srgbClr val="2D6A4F">
              <a:alpha val="45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15568"/>
            <a:ext cx="475488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463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76088" y="11887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 Strong Home Advantage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76088" y="1499616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teams win 49% of all matches — nearly double away teams (28.3%). The home advantage effect is statistically significant and consistent across eras.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206240" cy="1097280"/>
          </a:xfrm>
          <a:prstGeom prst="rect">
            <a:avLst/>
          </a:prstGeom>
          <a:solidFill>
            <a:srgbClr val="2D6A4F">
              <a:alpha val="45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50008"/>
            <a:ext cx="475488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697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24231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Declining Scoring Trend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734056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goals fell from 7–9/match in the 1880s to just 2.0 in modern football, reflecting 150 years of tactical evolution and defensive sophistication.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097280"/>
          </a:xfrm>
          <a:prstGeom prst="rect">
            <a:avLst/>
          </a:prstGeom>
          <a:solidFill>
            <a:srgbClr val="2D6A4F">
              <a:alpha val="45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50008"/>
            <a:ext cx="475488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2697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76088" y="24231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Zambia Leads All-Time Wins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76088" y="2734056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358 wins, Zambia tops the all-time table. Yugoslavia (223) and Zimbabwe (188) follow — a reflection of historical match volume, not just quality.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4206240" cy="1097280"/>
          </a:xfrm>
          <a:prstGeom prst="rect">
            <a:avLst/>
          </a:prstGeom>
          <a:solidFill>
            <a:srgbClr val="2D6A4F">
              <a:alpha val="45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584448"/>
            <a:ext cx="475488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3931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Friendlies Dominate Volume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3968496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all matches are friendlies. FIFA World Cup qualification is the largest competitive competition with 8,755 recorded matches.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584448"/>
            <a:ext cx="4206240" cy="1097280"/>
          </a:xfrm>
          <a:prstGeom prst="rect">
            <a:avLst/>
          </a:prstGeom>
          <a:solidFill>
            <a:srgbClr val="2D6A4F">
              <a:alpha val="45000"/>
            </a:srgbClr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584448"/>
            <a:ext cx="475488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931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76088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COVID Impact Visible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76088" y="3968496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saw a catastrophic 72% drop to just 347 matches. Recovery was swift — 2022 and beyond returned to near-peak levels, proving football's resilience.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data-driven suggestions for football stakeholders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54864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361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389888"/>
            <a:ext cx="1417320" cy="621792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3619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/ Confederation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481328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historical match volume data to strategically time tournament expansions — ensuring sustainable fixture calendars that avoid player fatigue and schedule congestion.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03120"/>
            <a:ext cx="548640" cy="6217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494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2103120"/>
            <a:ext cx="1417320" cy="621792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2494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Team Coaches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219456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home match strategy in qualification campaigns. With a 49% home win rate, maximising home fixtures in neutral-adjusted scheduling significantly improves qualification odds.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16352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16352"/>
            <a:ext cx="548640" cy="6217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626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1417320" cy="621792"/>
          </a:xfrm>
          <a:prstGeom prst="rect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Broadcasters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2907792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goal-scoring trend data to contextualise modern matches — educating audiences that 2.0 goals/match is historically "normal" for elite football, not a lack of quality.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29584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29584"/>
            <a:ext cx="548640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758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3529584"/>
            <a:ext cx="1417320" cy="621792"/>
          </a:xfrm>
          <a:prstGeom prst="rect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6758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Analysts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3621024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models on top of this dataset. The combination of home advantage, tournament type, and historical head-to-head provides robust feature engineering for ML match prediction.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242816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242816"/>
            <a:ext cx="548640" cy="621792"/>
          </a:xfrm>
          <a:prstGeom prst="rect">
            <a:avLst/>
          </a:prstGeom>
          <a:solidFill>
            <a:srgbClr val="4A6860"/>
          </a:solidFill>
          <a:ln w="12700">
            <a:solidFill>
              <a:srgbClr val="4A68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3891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4242816"/>
            <a:ext cx="1417320" cy="621792"/>
          </a:xfrm>
          <a:prstGeom prst="rect">
            <a:avLst/>
          </a:prstGeom>
          <a:solidFill>
            <a:srgbClr val="4A6860">
              <a:alpha val="25000"/>
            </a:srgbClr>
          </a:solidFill>
          <a:ln w="12700">
            <a:solidFill>
              <a:srgbClr val="4A68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3891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Teams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31720" y="4334256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live data pipeline to keep the dataset current. Automating ingestion from official FIFA or Opta APIs will enable real-time dashboard refreshes after every matchday.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⚽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Analytics Report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457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9601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Analysed 49,000+ matches spanning 154 years across 269 countries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Quantified home advantage at 49% — a robust, consistent finding across all eras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Documented a clear scoring decline from 7+ goals/match to ~2.0 in modern football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Identified COVID-19's dramatic impact on match volume in 2020 and subsequent recovery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Ranked top nations by win count with Zambia, Yugoslavia, and Zimbabwe leading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an interactive Power BI dashboard that enables stakeholders to explore insights dynamically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3840480"/>
            <a:ext cx="4937760" cy="868680"/>
          </a:xfrm>
          <a:prstGeom prst="rect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391363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Football's data tells a story of global growth, tactical evolution, and the enduring power of playing at home. This analysis provides a foundation for evidence-based decision making across football's stakeholder ecosystem.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deeper analysis and platform enhancement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743200" cy="4114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904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 Predictions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classification model to predict match outcomes (Win/Draw/Loss) using features: home advantage, team win rate, tournament type, recent form, and historical head-to-head record.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743200" cy="4114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4904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API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92024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FIFA/Opta/StatsBomb live data APIs to enable real-time match tracking, automatic dataset refresh, and up-to-the-minute KPI updates in the Power BI dashboard.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17320"/>
            <a:ext cx="2743200" cy="4114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4904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Geospatial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192024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match density, win rates, and goal averages on a world map using filled map visuals — enabling regional pattern identification across continents and confederations.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36392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36392"/>
            <a:ext cx="2743200" cy="4114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20954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Player-Level Data Fusion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6393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team match data with player-level stats (goals, assists, appearances) to build squad performance metrics and identify individual impact on match outcomes.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136392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136392"/>
            <a:ext cx="2743200" cy="4114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20954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36393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Power BI dashboard for mobile consumption with a responsive layout, enabling coaches and analysts to access performance insights on-the-go during tournaments.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136392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136392"/>
            <a:ext cx="2743200" cy="4114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20954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Predictive Tournament Modelling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36393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tournament simulator using historical team strength ratings (Elo scores) to model World Cup or continental championship outcomes with probability distributions per team.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3247</Words>
  <Application>Microsoft Office PowerPoint</Application>
  <PresentationFormat>On-screen Show (16:9)</PresentationFormat>
  <Paragraphs>486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Match Data Analysis</dc:title>
  <dc:subject>PptxGenJS Presentation</dc:subject>
  <dc:creator>Senior Data Analyst</dc:creator>
  <cp:lastModifiedBy>shekhawatsoumya2@gmail.com</cp:lastModifiedBy>
  <cp:revision>1</cp:revision>
  <dcterms:created xsi:type="dcterms:W3CDTF">2026-03-18T10:01:12Z</dcterms:created>
  <dcterms:modified xsi:type="dcterms:W3CDTF">2026-03-19T12:08:20Z</dcterms:modified>
</cp:coreProperties>
</file>